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72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4" r:id="rId10"/>
    <p:sldId id="27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16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78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21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71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70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415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6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05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16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27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11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120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65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3" r:id="rId1"/>
    <p:sldLayoutId id="2147484074" r:id="rId2"/>
    <p:sldLayoutId id="2147484075" r:id="rId3"/>
    <p:sldLayoutId id="2147484076" r:id="rId4"/>
    <p:sldLayoutId id="2147484077" r:id="rId5"/>
    <p:sldLayoutId id="2147484078" r:id="rId6"/>
    <p:sldLayoutId id="2147484079" r:id="rId7"/>
    <p:sldLayoutId id="2147484080" r:id="rId8"/>
    <p:sldLayoutId id="2147484081" r:id="rId9"/>
    <p:sldLayoutId id="2147484082" r:id="rId10"/>
    <p:sldLayoutId id="21474840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8757" y="964692"/>
            <a:ext cx="5855043" cy="781730"/>
          </a:xfrm>
        </p:spPr>
        <p:txBody>
          <a:bodyPr>
            <a:normAutofit fontScale="90000"/>
          </a:bodyPr>
          <a:lstStyle/>
          <a:p>
            <a:r>
              <a:rPr dirty="0"/>
              <a:t>Handwritten Digit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740" y="2278200"/>
            <a:ext cx="3822358" cy="1134544"/>
          </a:xfrm>
        </p:spPr>
        <p:txBody>
          <a:bodyPr>
            <a:normAutofit/>
          </a:bodyPr>
          <a:lstStyle/>
          <a:p>
            <a:r>
              <a:rPr dirty="0"/>
              <a:t>Using Deep Learning</a:t>
            </a:r>
          </a:p>
          <a:p>
            <a:r>
              <a:rPr dirty="0"/>
              <a:t>Project </a:t>
            </a:r>
            <a:r>
              <a:rPr dirty="0" smtClean="0"/>
              <a:t>Presentation</a:t>
            </a:r>
            <a:r>
              <a:rPr lang="en-US" dirty="0" smtClean="0"/>
              <a:t>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52735" y="4744994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K.Siddhartha</a:t>
            </a:r>
            <a:endParaRPr lang="en-US" dirty="0" smtClean="0"/>
          </a:p>
          <a:p>
            <a:r>
              <a:rPr lang="en-US" dirty="0" smtClean="0"/>
              <a:t>Data science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416" y="964692"/>
            <a:ext cx="5624384" cy="798205"/>
          </a:xfrm>
        </p:spPr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 vision task to identify digits (0–9).</a:t>
            </a:r>
          </a:p>
          <a:p>
            <a:r>
              <a:t>Used in automation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1135" y="964692"/>
            <a:ext cx="5772665" cy="789967"/>
          </a:xfrm>
        </p:spPr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recognition is slow and error-prone.</a:t>
            </a:r>
          </a:p>
          <a:p>
            <a:r>
              <a:t>Need automated 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5935" y="478660"/>
            <a:ext cx="4866503" cy="789968"/>
          </a:xfrm>
        </p:spPr>
        <p:txBody>
          <a:bodyPr/>
          <a:lstStyle/>
          <a:p>
            <a:r>
              <a:rPr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191265"/>
            <a:ext cx="3797977" cy="1507523"/>
          </a:xfrm>
        </p:spPr>
        <p:txBody>
          <a:bodyPr/>
          <a:lstStyle/>
          <a:p>
            <a:r>
              <a:rPr dirty="0"/>
              <a:t>Build deep learning model.</a:t>
            </a:r>
          </a:p>
          <a:p>
            <a:r>
              <a:rPr dirty="0"/>
              <a:t>Classify digits accurately.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448" y="365127"/>
            <a:ext cx="7633901" cy="746982"/>
          </a:xfrm>
        </p:spPr>
        <p:txBody>
          <a:bodyPr/>
          <a:lstStyle/>
          <a:p>
            <a:r>
              <a:rPr lang="en-US" dirty="0" smtClean="0"/>
              <a:t>  TOOLS&amp;TECHNOLOGIES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1448" y="2034744"/>
            <a:ext cx="2262831" cy="182056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Python</a:t>
            </a:r>
          </a:p>
          <a:p>
            <a:pPr marL="0" indent="0">
              <a:buNone/>
            </a:pPr>
            <a:r>
              <a:rPr lang="en-US" dirty="0" smtClean="0"/>
              <a:t>  Tensor Flow / </a:t>
            </a:r>
            <a:r>
              <a:rPr lang="en-US" dirty="0" err="1" smtClean="0"/>
              <a:t>Keras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NumPy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Streamlit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281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2897" y="964692"/>
            <a:ext cx="5780903" cy="888822"/>
          </a:xfrm>
        </p:spPr>
        <p:txBody>
          <a:bodyPr/>
          <a:lstStyle/>
          <a:p>
            <a:r>
              <a:t>Dataset (MNIST)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897" y="2594920"/>
            <a:ext cx="2224550" cy="1515761"/>
          </a:xfrm>
        </p:spPr>
        <p:txBody>
          <a:bodyPr/>
          <a:lstStyle/>
          <a:p>
            <a:r>
              <a:t>70,000 images</a:t>
            </a:r>
          </a:p>
          <a:p>
            <a:r>
              <a:t>28x28 grayscale</a:t>
            </a:r>
          </a:p>
          <a:p>
            <a:r>
              <a:t>Digits 0–9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5232" y="964692"/>
            <a:ext cx="5838568" cy="814681"/>
          </a:xfrm>
        </p:spPr>
        <p:txBody>
          <a:bodyPr/>
          <a:lstStyle/>
          <a:p>
            <a: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561969"/>
            <a:ext cx="2463447" cy="1713469"/>
          </a:xfrm>
        </p:spPr>
        <p:txBody>
          <a:bodyPr/>
          <a:lstStyle/>
          <a:p>
            <a:r>
              <a:rPr dirty="0"/>
              <a:t>Grayscale</a:t>
            </a:r>
          </a:p>
          <a:p>
            <a:r>
              <a:rPr dirty="0"/>
              <a:t>Resize 28x28</a:t>
            </a:r>
          </a:p>
          <a:p>
            <a:r>
              <a:rPr dirty="0"/>
              <a:t>Normalize</a:t>
            </a:r>
          </a:p>
          <a:p>
            <a:r>
              <a:rPr dirty="0"/>
              <a:t>Reshape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1135" y="964693"/>
            <a:ext cx="5772665" cy="847632"/>
          </a:xfrm>
        </p:spPr>
        <p:txBody>
          <a:bodyPr/>
          <a:lstStyle/>
          <a:p>
            <a:r>
              <a:t>Model (CNN)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753375"/>
            <a:ext cx="5937755" cy="3101983"/>
          </a:xfrm>
        </p:spPr>
        <p:txBody>
          <a:bodyPr/>
          <a:lstStyle/>
          <a:p>
            <a:r>
              <a:rPr dirty="0"/>
              <a:t>Convolution</a:t>
            </a:r>
          </a:p>
          <a:p>
            <a:r>
              <a:rPr dirty="0" smtClean="0"/>
              <a:t>Pooling</a:t>
            </a:r>
            <a:endParaRPr lang="en-US" dirty="0" smtClean="0"/>
          </a:p>
          <a:p>
            <a:r>
              <a:rPr lang="en-US" dirty="0" smtClean="0"/>
              <a:t>Flatten</a:t>
            </a:r>
            <a:endParaRPr dirty="0"/>
          </a:p>
          <a:p>
            <a:r>
              <a:rPr dirty="0"/>
              <a:t>Dense layers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1708" y="956454"/>
            <a:ext cx="5822092" cy="864108"/>
          </a:xfrm>
        </p:spPr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2802802"/>
            <a:ext cx="5937755" cy="3101983"/>
          </a:xfrm>
        </p:spPr>
        <p:txBody>
          <a:bodyPr/>
          <a:lstStyle/>
          <a:p>
            <a:r>
              <a:rPr dirty="0"/>
              <a:t>Accuracy</a:t>
            </a:r>
          </a:p>
          <a:p>
            <a:r>
              <a:rPr dirty="0"/>
              <a:t>Loss</a:t>
            </a:r>
          </a:p>
          <a:p>
            <a:r>
              <a:rPr dirty="0"/>
              <a:t>Confusion matrix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6" y="964692"/>
            <a:ext cx="5667966" cy="748778"/>
          </a:xfrm>
        </p:spPr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6" y="2570206"/>
            <a:ext cx="4284009" cy="848496"/>
          </a:xfrm>
        </p:spPr>
        <p:txBody>
          <a:bodyPr/>
          <a:lstStyle/>
          <a:p>
            <a:r>
              <a:rPr dirty="0"/>
              <a:t>Deep learning effective for image tasks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27</TotalTime>
  <Words>99</Words>
  <Application>Microsoft Office PowerPoint</Application>
  <PresentationFormat>On-screen Show 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Parcel</vt:lpstr>
      <vt:lpstr>Handwritten Digit Recognition</vt:lpstr>
      <vt:lpstr>Introduction</vt:lpstr>
      <vt:lpstr>Problem Statement</vt:lpstr>
      <vt:lpstr>Objective</vt:lpstr>
      <vt:lpstr>  TOOLS&amp;TECHNOLOGIES</vt:lpstr>
      <vt:lpstr>Dataset (MNIST)</vt:lpstr>
      <vt:lpstr>Preprocessing</vt:lpstr>
      <vt:lpstr>Model (CNN)</vt:lpstr>
      <vt:lpstr>Evaluation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Handwritten Digit Recognition</dc:title>
  <dc:subject/>
  <dc:creator>SIDDHARTHA</dc:creator>
  <cp:keywords/>
  <dc:description>generated using python-pptx</dc:description>
  <cp:lastModifiedBy>Windows User</cp:lastModifiedBy>
  <cp:revision>5</cp:revision>
  <dcterms:created xsi:type="dcterms:W3CDTF">2013-01-27T09:14:16Z</dcterms:created>
  <dcterms:modified xsi:type="dcterms:W3CDTF">2026-04-15T09:26:59Z</dcterms:modified>
  <cp:category/>
</cp:coreProperties>
</file>